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7" r:id="rId10"/>
    <p:sldId id="266" r:id="rId11"/>
    <p:sldId id="263" r:id="rId12"/>
    <p:sldId id="264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E156B9-8814-A1CD-10CC-0E48C83AD4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64CA8A-3D7D-C82D-D0F4-0DFEB2E155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0D554-21FC-801A-1D8C-A81C9655F9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55FC0-64A3-44AD-806E-478D5D229A5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263C64-3DDA-BAC2-2A36-DEE58C389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979E66-14D7-58F5-39D7-B9D132AF0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6FA39-C297-48A9-B3AA-1FBD3A7DB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477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3AE0-3410-7DE9-8BCB-56EC7552B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720D19-47BD-C55C-FF0F-1D51D1DEB8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AF9C4-8332-0533-BF5B-A4AAE92A11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55FC0-64A3-44AD-806E-478D5D229A5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3F3DF1-6A0F-655B-909D-D0098B835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6AFC1A-4102-8A7A-7DEB-FE2C322181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6FA39-C297-48A9-B3AA-1FBD3A7DB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600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474ADC-3DC3-B3D5-E5A4-8861F1F52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5CF4ED-1263-B685-4B60-0C266A6FC7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C90D2C-97A5-1EFD-6D8A-53D672E65B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55FC0-64A3-44AD-806E-478D5D229A5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87D52C-7722-BFEC-1FBC-D6210E86CB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0B335-C859-4399-2777-7D7C6CF86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6FA39-C297-48A9-B3AA-1FBD3A7DB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8364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DE43A6-E568-3638-8BC2-7A12758D0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8BC95-17D6-0BB3-1386-7C54C0E3DBB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78DA39-8CDC-0403-18E9-12B2A37A22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3FCC23-C5ED-3411-D20D-3895F6A56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55FC0-64A3-44AD-806E-478D5D229A5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94CEA64-8322-2F6C-A93F-53052BC0E3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7FB5160-7DCF-EBD4-3A8A-F12231CFC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6FA39-C297-48A9-B3AA-1FBD3A7DB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180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6D5DA-9E5A-B6DC-A787-D95E91095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819770-C92A-1533-7870-BE5A48853C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17F4FE-3A6B-62BF-5403-DA83D57BED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9158649-5D18-D861-E505-CDCE3224F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BDF988-465C-CC0C-7866-427D590664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B30C5E-41A9-CA63-5483-A3081C913F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55FC0-64A3-44AD-806E-478D5D229A5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9963CD-A3E1-0F3A-B1E7-B66E4A927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177E8E-6DA3-2ECB-F704-3ED912E1F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6FA39-C297-48A9-B3AA-1FBD3A7DB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0098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42BF8-0E66-9F44-3410-B71386695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BDEA389-8E6C-107B-8185-B04F8329F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55FC0-64A3-44AD-806E-478D5D229A5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E554C9-1ECD-3663-27A2-300F8A551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9FA586-5342-D867-0C29-551E91C42E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6FA39-C297-48A9-B3AA-1FBD3A7DB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780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7C4CD9F-5237-C96D-DFBB-9F2274A4F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55FC0-64A3-44AD-806E-478D5D229A5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065D24-2E54-8046-380A-DFADAED66D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C9C3C7-CB44-1AF5-22E9-A5B459331C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6FA39-C297-48A9-B3AA-1FBD3A7DB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8965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1A94F-2190-A085-D0DA-1F255F6C6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20BBD9-B13D-63AD-0768-4B108552EF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3C66A5-3551-E786-C00D-385EF66A2C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73389B-DD31-5107-1C5B-BEE3437E19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55FC0-64A3-44AD-806E-478D5D229A5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470CC0-204E-0EC1-B2E5-270C21796A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DA9EF8-47D5-3248-49F1-D9BAC653C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6FA39-C297-48A9-B3AA-1FBD3A7DB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478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799EB-F217-C4CE-A493-A66A20222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91AD94-FC21-AE90-770E-59223895217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627E0C0-E778-4F9A-C0EA-8503C2A1AD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EB41D4-7438-28F1-CEC0-4359E53FF3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55FC0-64A3-44AD-806E-478D5D229A5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FBC3F5-0CDB-F9F0-6306-02D60BCFA3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ECC78-0DF4-61E8-3612-2436ADA0D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6FA39-C297-48A9-B3AA-1FBD3A7DB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51798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38A1D-EE5A-77BE-FD94-C5489F29C5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4C94-320A-D549-30FE-085E76279F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5AB771-F5AE-DA85-DAB1-7D81AA9F9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55FC0-64A3-44AD-806E-478D5D229A5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6B10B4-2D41-39D3-B657-755AEDCB3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F3D316-36DE-F971-2A77-685CA54EC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6FA39-C297-48A9-B3AA-1FBD3A7DB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45859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87D729-75F3-3D7B-537A-7F0E9E3E096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6F0B39-4EB7-2926-71BC-F35F6067BBD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D2CB43-D279-1173-FA6D-619A057A6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55FC0-64A3-44AD-806E-478D5D229A5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F5B273-234D-EBD7-A0DA-6006A9811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EEB1B5-2F21-FBC8-C06F-7F3F84E0A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96FA39-C297-48A9-B3AA-1FBD3A7DB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7575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5BE3D03-2CFB-DA89-7FCC-4A4F8CCC1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777CB2-0EA1-5C40-26DF-A72060881B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B7EF39-32E6-10C8-7ACC-C5B75012F6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155FC0-64A3-44AD-806E-478D5D229A53}" type="datetimeFigureOut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ECD5BF-A794-6F65-5217-04168A227D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EFF3AD-4D68-D53F-F205-CE19C28C0E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96FA39-C297-48A9-B3AA-1FBD3A7DBB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68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F9BF65-7189-99E1-F6B9-67958260BF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1170" y="0"/>
            <a:ext cx="848965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7518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D8D573C-D848-DCC8-3A7B-7AE512998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6794" y="0"/>
            <a:ext cx="86784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4245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3549640-C7D5-DD15-C424-43574B1CD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063" y="0"/>
            <a:ext cx="90118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7999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2A4415B-A3B9-8425-EAA1-D077F15F7D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5564" y="0"/>
            <a:ext cx="886087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4313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AE67686-A70F-886A-9B41-90ABC1ED1E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063" y="0"/>
            <a:ext cx="901187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3328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03F1BD-B212-03C1-9246-D0C777A383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8031" y="0"/>
            <a:ext cx="841593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28036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8D84B9-A833-5FF9-4C5B-F757561B1E0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5783"/>
            <a:ext cx="12192000" cy="63064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7320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72498C8-906A-DB02-CD64-A3D96D585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0410"/>
            <a:ext cx="12192000" cy="62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2660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38E54F-E667-72D4-483B-CAAEB5E05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0410"/>
            <a:ext cx="12192000" cy="62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0507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30C3EB8-8752-D709-33EF-3E5DB89B4D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0410"/>
            <a:ext cx="12192000" cy="62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039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37D1B10-7CD5-98AF-B2A3-EE1858CE8D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0410"/>
            <a:ext cx="12192000" cy="6257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7501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5D3C6A1-784B-705E-6658-57943F843D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382" y="110836"/>
            <a:ext cx="972589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2F939D-C54C-FBEA-04C6-A75965EB9867}"/>
              </a:ext>
            </a:extLst>
          </p:cNvPr>
          <p:cNvSpPr txBox="1"/>
          <p:nvPr/>
        </p:nvSpPr>
        <p:spPr>
          <a:xfrm>
            <a:off x="3075709" y="6562498"/>
            <a:ext cx="63530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Pearson Correlation Matrix of Spider Predictor Variables</a:t>
            </a:r>
          </a:p>
        </p:txBody>
      </p:sp>
    </p:spTree>
    <p:extLst>
      <p:ext uri="{BB962C8B-B14F-4D97-AF65-F5344CB8AC3E}">
        <p14:creationId xmlns:p14="http://schemas.microsoft.com/office/powerpoint/2010/main" val="41554042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D60D2F-73B0-8E9B-C8D3-2428404D4F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3263" y="0"/>
            <a:ext cx="784547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44070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88308A-C382-5069-5CA0-2CA3330EC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0346" y="452582"/>
            <a:ext cx="8591308" cy="6405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978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DF5AF22-89B4-D9F4-A118-99B7EB88CA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027" y="0"/>
            <a:ext cx="46659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5057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C04D99-D58E-3AA9-22A4-86906CD6B4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4821" y="0"/>
            <a:ext cx="4942358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8193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7</Words>
  <Application>Microsoft Office PowerPoint</Application>
  <PresentationFormat>Widescreen</PresentationFormat>
  <Paragraphs>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Lenovo</dc:creator>
  <cp:lastModifiedBy>Lenovo</cp:lastModifiedBy>
  <cp:revision>2</cp:revision>
  <dcterms:created xsi:type="dcterms:W3CDTF">2026-09-15T16:20:19Z</dcterms:created>
  <dcterms:modified xsi:type="dcterms:W3CDTF">2026-09-15T18:59:30Z</dcterms:modified>
</cp:coreProperties>
</file>